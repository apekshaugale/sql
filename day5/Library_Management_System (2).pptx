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F878D-E93A-44A7-998A-5BAB75A89B57}" v="14" dt="2026-09-08T07:51:22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6751D-DEFF-4D82-BF74-29431FC8AF8C}" type="datetimeFigureOut"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D039C-FDFF-4D32-844C-A873BA58F6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41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Design, SQL Implementation &amp; Query Report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 practical relational database to manage day-to-day library operations — members, books, book copies, loans, authors and fines — covering table creation, data entry and query-based reporting.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—  Apeksha Ugale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82296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9FD6E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869680" y="182880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9FD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3063240"/>
            <a:ext cx="2103120" cy="960120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9FD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PHOTO 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Apeksha Ugale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 •  6 Tables  •  Create / Insert / Select Queries</a:t>
            </a: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4E1106-3F43-83F5-62F4-15EB9F964C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07" t="3568" r="6626" b="-6833"/>
          <a:stretch>
            <a:fillRect/>
          </a:stretch>
        </p:blipFill>
        <p:spPr>
          <a:xfrm>
            <a:off x="7539676" y="933256"/>
            <a:ext cx="3748569" cy="45263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Object List &amp; Relationships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in total — 3 parent tables and 3 child tables linked by foreign keys.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Join_Date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25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525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3525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3525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ISBN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Published_Year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Shelf_Code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38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01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101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490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0101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Birth_Year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Book_Copies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Books  •  15 rows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949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Book_ID  — FK → Books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Acquisition_Date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Copy_Status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3525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3525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7914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47914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Members &amp; Book_Copies  •  15 rows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3525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3525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Member_ID  — FK → Members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Copy_ID  — FK → Book_Copies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Return_Date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638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42" name="Shape 40"/>
          <p:cNvSpPr/>
          <p:nvPr/>
        </p:nvSpPr>
        <p:spPr>
          <a:xfrm>
            <a:off x="80101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101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4490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4490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Loans  •  5 rows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80101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Loan_ID  — FK → Loans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Fine_Amount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Payment_Status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Primary Key      </a:t>
            </a:r>
            <a:r>
              <a:rPr lang="en-US" sz="10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Foreign Key (referenced table shown after →)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– Child Table Relationships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foreign-key links between the 3 parent tables and 3 child tables, in one diagram.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2286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29384"/>
            <a:ext cx="2286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95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Member_ID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73736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737360"/>
            <a:ext cx="2286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929384"/>
            <a:ext cx="2286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2044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395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Book_ID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235440" y="173736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737360"/>
            <a:ext cx="233172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929384"/>
            <a:ext cx="233172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1737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1762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(standalone)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23957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Author_ID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4206240"/>
            <a:ext cx="2286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4206240"/>
            <a:ext cx="2286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4398264"/>
            <a:ext cx="2286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20440" y="4206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Book_Copies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46451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Books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4864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Copy_ID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50657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Book_ID → Books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4206240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4206240"/>
            <a:ext cx="246888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4398264"/>
            <a:ext cx="246888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4206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4645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Members &amp; Book_Copies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4864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Loan_ID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50657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Member_ID → Members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Copy_ID → Book_Copies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35440" y="420624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4206240"/>
            <a:ext cx="233172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4398264"/>
            <a:ext cx="233172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26880" y="42062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326880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Loans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4864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Fine_ID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9326880" y="50657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Loan_ID → Loans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67428" y="2697480"/>
            <a:ext cx="9144" cy="1508760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4645152" y="33329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15000" y="4658868"/>
            <a:ext cx="548640" cy="9144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715000" y="4370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732520" y="4658868"/>
            <a:ext cx="502920" cy="9144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8732520" y="4370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78508" y="2697480"/>
            <a:ext cx="9144" cy="704088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83080" y="3396996"/>
            <a:ext cx="5715000" cy="9144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3508" y="3401568"/>
            <a:ext cx="9144" cy="804672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7571232" y="3685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325880" y="3090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Primary Key      </a:t>
            </a:r>
            <a:r>
              <a:rPr lang="en-US" sz="10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Foreign Key     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one-to-many relationship. Authors has no foreign-key link to any other table in this schema.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Members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Members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Member_ID 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Member_Name VARCHAR(20) 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 NUMBER CHECK (LENGTH(Phone)=10),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Join_Date DATE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CHECK: length =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"Members"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Books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Books(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Book_ID NUMBER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Titles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ISBN NUMBER,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Author_Name VARCHAR(30),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Published_Year NUMBER,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Shelf_Code NUMBER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"Books"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Book_Copies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Books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Book_Copies(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Copy_ID 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Book_ID NUMBER,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Acquisition_Date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Copy_Status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B1_FK FOREIGN KEY(Book_ID) REFERENCES  Books(Book_ID)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Books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"Book_Copies"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Loans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Members &amp; Book_Copies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Loans(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Loan_ID VARCHAR(20)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Member_ID VARCHAR(10),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Copy_ID  VARCHAR(10),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Issue_Date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Due_Date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M1_ID FOREIGN KEY (Member_ID)REFERENCES Members(Member_ID),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C1_ID FOREIGN KEY(Copy_ID)REFERENCES Book_Copies(Copy_ID)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455815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Book_Copies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"Loans"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Authors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Authors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Author_ID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Author_Name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Country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Birth_Year VARCHAR(4)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"Authors"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Fines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Loans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Fines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Fine_ID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Loan_ID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Fine_Amount VARCHAR(10) CHECK(Fine_Amount&gt;0),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Paid_Date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Payment_Status VARCHAR(10),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L1_ID FOREIGN KEY (Loan_ID)REFERENCES Loans(Loan_ID)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Loans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CHECK: &gt;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"Fines"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Members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Members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VALUES('M01','SHRUTI',9782453216,'shruti@gmail.com',sysdate);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VALUES('M02','RUTUJA',9784444216,'rutuja@gmail.com',sysdate);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VALUES('M03','POOJA',9782451212,'pooja@gmail.com',sysdate);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VALUES('M04','BHAKTI',9782497821,'bhakti@gmail.com',sysdate);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VALUES('M05','DIPTI',9782495321,'dipti@gmail.com',sysdate);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Member_ID, Member_Name, Phone, Email, Join_Date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Books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Books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VALUES(01,'The Hobbit',12345678201865,'J.R.R. Tolkien','Fantasy',1937,4563);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VALUES(02,'Dracula',12348875701865,'Bram Stoker','Horror',1981,4541);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VALUES(03,'ATOMIC HABIT',123456782472581,'HEELO','Fantasy',1995,1534);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VALUES(04,'The Alchemist',1234567889451,'Paulo Coelho','Fiction',1955,8647);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VALUES(05,'Beloved',12345678288896,'Toni Morrison','Historical Fiction',1922,9574);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Book_ID, Titles, ISBN, Author_Name, Category, Published_Year, Shelf_Code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Book_Copies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 inserted into Book_Copies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VALUES('C01',01,'01-FEB-2024','AVAILABLE');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VALUES('C02',02,'28-FEB-2026','NOT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VALUES('C03',01,'01-APR-2025','AVAILABLE');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VALUES('C04',04,'12-JAN-2024','NOT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VALUES('C05',03,'01-FEB-2021','NOT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VALUES('C06',05,'11-APR-2021','AVAILABLE');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VALUES('C07',02,'10-JUN-2024','NOT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VALUES('C08',04,'01-MAR-2024','AVAILABLE');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VALUES('C09',03,'05-DEC-2024','NOT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VALUES('C10',02,'19-SEP-2024','AVAILABLE');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VALUES('C11',05,'20-JUL-2024','AVAILABLE');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VALUES('C12',04,'21-MAY-2024','NOT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VALUES('C13',03,'31-DEC-2022','AVAILABLE');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VALUES('C14',02,'01-FEB-2021',' 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VALUES('C15',01,'01-AUG-2024','AVAILABLE');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Book_Copies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Copy_ID, Book_ID, Acquisition_Date, Copy_Status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Loans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 inserted into Loans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VALUES('LN01','M01','C01','01-FEB-2024','07-FEB-2024','09-FEB-2024');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VALUES('LN02','M02','C02','28-FEB-2026','03-MAR-2026','02-MAR-2026');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VALUES('LN03','M03','C03','01-APR-2025','07-APR-2025','04-APR-2025');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VALUES('LN04','M04','C04','12-JAN-2024','18-JAN-2024','18-JAN-2024');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VALUES('LN05','M05','C05','01-FEB-2021','06-FEB-2021','10-FEB-2021');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VALUES('LN06','M03','C06','11-APR-2021','18-APR-2021','24-APR-2021');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VALUES('LN07','M02','C07','10-JUN-2024','17-JUN-2024','15-JUN-2024');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VALUES('LN08','M04','C08','01-MAR-2024','07-MAR-2024','05-MAR-2024');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VALUES('LN09','M01','C09','05-DEC-2024','12-DEC-2024','10-DEC-2024');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VALUES('LN10','M05','C10','19-SEP-2024','25-SEP-2024','28-SEP-2024');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VALUES('LN11','M03','C11','20-JUL-2024','27-JUL-2024','15-AUG-2024');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VALUES('LN12','M02','C12','21-MAY-2024','26-MAY-2024','24-MAY-2024');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VALUES('LN13','M01','C13','31-DEC-2022','05-JAN-2023','11-JAN-2023');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VALUES('LN14','M05','C14','01-FEB-2021','06-FEB-2021','04-FEB-2021');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VALUES('LN15','M04','C15','01-AUG-2024','06-AUG-2024','10-AUG-2024');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Loan_ID, Member_ID, Copy_ID, Issue_Date, Due_Date, Return_Date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Authors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Authors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VALUES('AID01','J.R.R. Tolkien','INDIA','1891');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VALUES('AID02','Bram Stoker','INDIA','1899');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VALUES('AID03','HEELO','INDIA','1991');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VALUES('AID05','Paulo Coelho','INDIA','1881');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VALUES('AID04','Toni Morrison','INDIA','1879');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Author_ID, Author_Name, Country, Birth_Year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Fines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Fines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VALUES('F01','LN01',200,SYSDATE,'PAID');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VALUES('F02','LN05',100,NULL,'UNPAID');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VALUES('F03','LN06',300,NULL,'UNPAID');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VALUES('F04','LN10',250,'28-SEP-2024','PAID');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VALUES('F05','LN13',350,NULL,'UNPAID');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Fine_ID, Loan_ID, Fine_Amount, Paid_Date, Payment_Status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Members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Members;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9782453216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shruti@gmail.com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RUTUJA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9784444216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rutuja@gmail.com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9782451212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9782497821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bhakti@gmail.com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9782495321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dipti@gmail.com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Members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Books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Books;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158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PUB_YEAR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Hobbit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12345678201865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J.R.R. Tolkien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Fantasy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Dracula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12348875701865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 Stoker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HABIT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123456782472581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Fantasy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Alchemist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1234567889451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Paulo Coelho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12345678288896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Morrison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Hist. Fiction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Books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Book_Copies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Book_Copies;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28-FEB-2026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20-JUL-2024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31-DEC-2022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6492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Loans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Loans;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28-FEB-2026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03-MAR-2026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02-MAR-2026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20-JUL-2024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27-JUL-2024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31-DEC-2022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05-JAN-2023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11-JAN-2023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6492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Authors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Authors;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BIRTH_YEAR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J.R.R. Tolkien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 Stoker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Paulo Coelho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Morrison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Authors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Fines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Fines;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FINE_AMOUNT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28-SEP-2024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Fines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normalized 6-table Oracle database covering members, books, authors, book copies, loans and fines.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referential integrity through primary and foreign key constraints across all parent-child table relationships.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every table with sample data and validated it through CREATE, INSERT and SELECT queries.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supports real library operations — tracking book availability, loan history and fine payments — and can be extended with reports such as overdue loans or most-borrowed books.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Apeksha Ugale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11</cp:revision>
  <dcterms:created xsi:type="dcterms:W3CDTF">2026-09-08T07:46:00Z</dcterms:created>
  <dcterms:modified xsi:type="dcterms:W3CDTF">2026-09-08T07:51:38Z</dcterms:modified>
</cp:coreProperties>
</file>