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2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Ticket Booking System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Design, SQL Implementation &amp; Query Report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 practical relational database to manage movie ticket booking operations — moviegoers, movies, theatres, shows, seats and tickets — covering table creation, data entry and query-based reporting.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—  Apeksha Ugale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82296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9FD6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869680" y="182880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F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3063240"/>
            <a:ext cx="2103120" cy="960120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9FD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 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Apeksha Ugale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 •  6 Tables  •  Create / Insert / Select Queries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46BFDF-919C-7AE0-63EC-28BBD61C6C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72" t="4429" r="9020" b="-2645"/>
          <a:stretch>
            <a:fillRect/>
          </a:stretch>
        </p:blipFill>
        <p:spPr>
          <a:xfrm>
            <a:off x="7535183" y="895350"/>
            <a:ext cx="3766274" cy="4362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Object List &amp; Relationships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in total — 3 parent tables and 3 child tables linked by foreign keys.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Moviegoers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Moviegoer_ID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Moviegoer_Name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25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525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3525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3525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Movie_Title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Duration_Minutes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01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101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490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Theatre_ID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Theatre_Name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Movies &amp; Theatres  •  13 rows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Movie_ID  — FK → Movies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Theatre_ID  — FK → Theatres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Start_Time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Screen_No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25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3525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914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47914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Theatres  •  13 rows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3525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3525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Theatre_ID  — FK → Theatres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Seat_Number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Seat_Type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Ticket_Price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638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42" name="Shape 40"/>
          <p:cNvSpPr/>
          <p:nvPr/>
        </p:nvSpPr>
        <p:spPr>
          <a:xfrm>
            <a:off x="80101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101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4490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4490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Shows, Seats &amp; Moviegoers  •  13 rows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80101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Show_ID  — FK → Shows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Seat_ID  — FK → Seats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Moviegoer_ID  — FK → Moviegoers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Booked_At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Ticket_Status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Primary Key      </a:t>
            </a:r>
            <a:r>
              <a:rPr lang="en-US" sz="10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Foreign Key (referenced table shown after →)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– Child Table Relationships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foreign-key links between the 3 parent tables and 3 child tables, in one diagram.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29384"/>
            <a:ext cx="3429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737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762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957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Movie_ID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173736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73736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1929384"/>
            <a:ext cx="3429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1737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Moviegoers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1762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3957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Moviegoer_ID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173736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173736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1929384"/>
            <a:ext cx="3429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55280" y="17373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1762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3957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Theatre_ID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0624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398264"/>
            <a:ext cx="3429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206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645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Movies &amp; Theatres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8646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Show_ID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0657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Movie_ID → Movies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Theatre_ID → Theatres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420624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420624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4206240" y="4398264"/>
            <a:ext cx="3429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97680" y="4206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297680" y="4645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Shows, Seats &amp; Moviegoers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297680" y="48646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Ticket_ID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297680" y="50657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Show_ID → Shows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Seat_ID → Seats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Moviegoer_ID → Moviegoers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63840" y="420624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420624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0" y="4398264"/>
            <a:ext cx="3429000" cy="1920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955280" y="4206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46451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Theatres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48646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Seat_ID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955280" y="50657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Theatre_ID → Theatres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21408" y="2697480"/>
            <a:ext cx="9144" cy="1508760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165860" y="33329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16168" y="2697480"/>
            <a:ext cx="9144" cy="1508760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993892" y="33329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573768" y="2697480"/>
            <a:ext cx="9144" cy="1508760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9651492" y="33329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573768" y="2697480"/>
            <a:ext cx="9144" cy="365760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7460" y="3058668"/>
            <a:ext cx="7040880" cy="9144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32888" y="3063240"/>
            <a:ext cx="9144" cy="1143000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1577340" y="35158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77640" y="4978908"/>
            <a:ext cx="228600" cy="9144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3977640" y="4690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35240" y="4978908"/>
            <a:ext cx="228600" cy="9144"/>
          </a:xfrm>
          <a:prstGeom prst="line">
            <a:avLst/>
          </a:prstGeom>
          <a:noFill/>
          <a:ln w="22225">
            <a:solidFill>
              <a:srgbClr val="8A94A0"/>
            </a:solidFill>
            <a:prstDash val="solid"/>
            <a:headEnd type="triangle"/>
          </a:ln>
        </p:spPr>
      </p:sp>
      <p:sp>
        <p:nvSpPr>
          <p:cNvPr id="58" name="Text 56"/>
          <p:cNvSpPr txBox="1"/>
          <p:nvPr/>
        </p:nvSpPr>
        <p:spPr>
          <a:xfrm>
            <a:off x="7635240" y="4690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Primary Key      </a:t>
            </a:r>
            <a:r>
              <a:rPr lang="en-US" sz="10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Foreign Key     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one-to-many relationship.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Moviegoers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Moviegoers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Moviegoer_ID VARCHAR(10) PRIMARY KEY,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Moviegoer_Name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Phone NUMBER CHECK(LENGTH (Phone)=10),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Email VARCHAR(30) UNIQUE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Moviegoer_ID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Moviegoer_Name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CHECK: length =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"Moviegoers"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Movies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Movies(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Movie_ID VARCHAR(10) PRIMARY KEY,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Movie_Title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Genre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Language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Duration_Minutes NUMBER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Duration_Minutes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"Movies"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Theatres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 Theatres(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Theatre_ID VARCHAR(20) PRIMARY KEY 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Theatre_Name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VARCHAR2(60)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VARCHAR2(60)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"Theatres"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Shows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Movies &amp; Theatres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Shows(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Show_ID NUMBER PRIMARY KEY,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Movie_ID VARCHAR(10),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Theatre_ID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Show_Date DATE 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Start_Time NUMBER,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Screen_No NUMBER 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ME1_ID FOREIGN KEY (Movie_ID)REFERENCES Movies(Movie_ID),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CONSTRAINT TE1_ID FOREIGN KEY ( Theatre_ID)REFERENCES Theatres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Theatre_ID));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Movies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Theatres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Screen_No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"Shows"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Seats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Theatres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Seats(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Seat_ID VARCHAR(20) PRIMARY KEY,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Theatre_ID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Seat_Number  NUMBER,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Seat_Type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Ticket_Price NUMBER,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CONSTRAINT TE_ID FOREIGN KEY ( Theatre_ID)REFERENCES Theatres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Theatre_ID));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Theatres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"Seats"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Tickets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Shows, Seats &amp; Moviegoers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Tickets(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Ticket_ID NUMBER PRIMARY KEY, 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Show_ID NUMBER 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Seat_ID VARCHAR(20),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Moviegoer_ID VARCHAR(10),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Booked_At DATE,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Ticket_Status VARCHAR(15),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SHO_ID FOREIGN KEY (Show_ID)REFERENCES Shows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(Show_ID),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CONSTRAINT SET_ID FOREIGN KEY ( Seat_ID)REFERENCES Seats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Seat_ID),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MOV_ID FOREIGN KEY (Moviegoer_ID)REFERENCES  Moviegoers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(Moviegoer_ID)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Shows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Seats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Moviegoer_ID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Moviegoers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Booked_At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"Tickets"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Moviegoers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Moviegoers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Moviegoers VALUES('MG01','Aarav Sharma',9876543210,'aarav@gmail.com');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Moviegoers VALUES('MG02','Priya Patil',9876543211,'priya@gmail.com');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Moviegoers VALUES('MG03','Rahul Deshmukh',9876543212,'rahul@gmail.com');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Moviegoers VALUES('MG04','Sneha Joshi',9876543213,'sneha@gmail.com');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Moviegoers VALUES('MG05','Vikram More',9876543214,'vikram@gmail.com');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Moviegoers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Moviegoer_ID, Moviegoer_Name, Phone, 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Movies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Movies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Movies VALUES('MV01','Avengers Endgame','Action','English',181);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Movies VALUES('MV02','3 Idiots','Comedy','Hindi',170);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Movies VALUES('MV03','Dangal','Sports','Hindi',161);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Movies VALUES('MV04','Inception','Sci-Fi','English',148);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Movies VALUES('MV05','Drishyam 2','Thriller','Hindi',140);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Movie_ID, Movie_Title, Genre, Language, Duration_Minutes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Theatres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Theatres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Theatres VALUES('TH01','PVR Cinemas','Pune','Phoenix Mall Pune');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Theatres VALUES('TH02','INOX','Mumbai','Malad West Mumbai');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Theatres VALUES('TH03','Cinepolis','Nagpur','Central Mall Nagpur');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Theatres VALUES('TH04','City Pride','Pune','Kothrud Pune');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Theatres VALUES('TH05','Miraj Cinemas','Nashik','College Road Nashik');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Theatres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Theatre_ID, Theatre_Name, City, Address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Shows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rows inserted into Shows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VALUES(101,'MV01','TH01','10-SEP-2026',1000,1);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VALUES(102,'MV02','TH01','10-SEP-2026',1400,2);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VALUES(103,'MV03','TH02','10-SEP-2026',1900,1);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VALUES(104,'MV04','TH02','11-SEP-2026',1100,2);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VALUES(105,'MV05','TH03','11-SEP-2026',1500,1);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VALUES(106,'MV01','TH03','11-SEP-2026',2000,2);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VALUES(107,'MV02','TH04','12-SEP-2026',1000,1);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VALUES(108,'MV03','TH04','12-SEP-2026',1600,2);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VALUES(109,'MV04','TH05','12-SEP-2026',1900,1);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VALUES(110,'MV05','TH05','13-SEP-2026',1100,2);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VALUES(111,'MV01','TH01','13-SEP-2026',1800,1);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VALUES(112,'MV03','TH02','13-SEP-2026',2100,2);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Shows VALUES(113,'MV05','TH03','14-SEP-2026',1700,1);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Show_ID, Movie_ID, Theatre_ID, Show_Date, Start_Time, Screen_No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Seats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rows inserted into Seats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VALUES('S01','TH01',1,'Regular',180);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VALUES('S02','TH01',2,'Premium',250);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VALUES('S03','TH02',3,'Regular',180);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VALUES('S04','TH02',4,'Premium',280);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VALUES('S05','TH03',5,'Regular',160);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VALUES('S06','TH03',6,'Premium',240);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VALUES('S07','TH04',7,'Regular',150);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VALUES('S08','TH04',8,'Premium',220);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VALUES('S09','TH05',9,'Regular',170);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VALUES('S10','TH05',10,'Premium',260);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VALUES('S11','TH01',11,'Regular',180);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VALUES('S12','TH02',12,'Premium',280);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Seats VALUES('S13','TH03',13,'Regular',160);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Seat_ID, Theatre_ID, Seat_Number, Seat_Type, Ticket_Price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Tickets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rows inserted into Tickets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VALUES(1001,101,'S01','MG01','10-SEP-2026','Booked');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VALUES(1002,102,'S02','MG02','10-SEP-2026','Booked');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VALUES(1003,103,'S03','MG03','10-SEP-2026','Booked');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VALUES(1004,104,'S04','MG04','11-SEP-2026','Booked');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VALUES(1005,105,'S05','MG05','11-SEP-2026','Booked');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VALUES(1006,106,'S06','MG01','11-SEP-2026','Cancelled');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VALUES(1007,107,'S07','MG02','12-SEP-2026','Booked');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VALUES(1008,108,'S08','MG03','12-SEP-2026','Booked');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VALUES(1009,109,'S09','MG04','12-SEP-2026','Booked');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VALUES(1010,110,'S10','MG05','13-SEP-2026','Booked');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VALUES(1011,111,'S11','MG01','13-SEP-2026','Booked');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VALUES(1012,112,'S12','MG02','13-SEP-2026','Cancelled');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VALUES(1013,113,'S13','MG03','14-SEP-2026','Booked');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Ticket_ID, Show_ID, Seat_ID, Moviegoer_ID, Booked_At, Ticket_Status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Moviegoers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Moviegoers;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MOVIEGOER_ID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MOVIEGOER_NAME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 Sharma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Patil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Deshmukh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Joshi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More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Moviegoers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Movies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Movies;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DURATION_MIN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Avengers Endgame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Idiots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Sci-Fi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Drishyam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Thriller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Movies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Theatres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Theatres;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PVR Cinemas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 Mall Pune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Malad West Mumbai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Cinepolis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Mall Nagpur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Pride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Kothrud Pune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Miraj Cinemas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Road Nashik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Theatres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Shows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Shows ;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Seats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Seats ;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THEATRE_ID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Tickets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Tickets;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MOVIEGOER_ID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14-SEP-2026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normalized 6-table Oracle database covering moviegoers, movies, theatres, shows, seats and tickets.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referential integrity through primary and foreign key constraints — Shows links to Movies and Theatres, Seats links to Theatres, and Tickets links to Shows, Seats and Moviegoers.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every table with sample data and validated it through CREATE, INSERT and SELECT queries.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supports real booking operations — tracking shows per theatre, seat pricing, and ticket status — and can be extended with reports such as daily bookings or revenue per theatre.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Apeksha Ugale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3044</Words>
  <Application>Microsoft Office PowerPoint</Application>
  <PresentationFormat>Widescreen</PresentationFormat>
  <Paragraphs>824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Apeksha Ugale</cp:lastModifiedBy>
  <cp:revision>3</cp:revision>
  <dcterms:created xsi:type="dcterms:W3CDTF">2026-09-09T04:24:30Z</dcterms:created>
  <dcterms:modified xsi:type="dcterms:W3CDTF">2026-09-09T07:28:46Z</dcterms:modified>
</cp:coreProperties>
</file>